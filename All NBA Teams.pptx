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1" r:id="rId1"/>
  </p:sldMasterIdLst>
  <p:sldIdLst>
    <p:sldId id="256" r:id="rId2"/>
    <p:sldId id="258" r:id="rId3"/>
    <p:sldId id="259" r:id="rId4"/>
    <p:sldId id="261" r:id="rId5"/>
    <p:sldId id="260" r:id="rId6"/>
    <p:sldId id="263" r:id="rId7"/>
    <p:sldId id="262" r:id="rId8"/>
    <p:sldId id="264" r:id="rId9"/>
    <p:sldId id="265" r:id="rId10"/>
    <p:sldId id="266" r:id="rId11"/>
    <p:sldId id="267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06C716-4FAF-44C3-B528-A01E02E88A0A}" v="32" dt="2024-02-16T12:45:01.5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Iglesias Quián" userId="8cfcd0ef729062f4" providerId="LiveId" clId="{5D06C716-4FAF-44C3-B528-A01E02E88A0A}"/>
    <pc:docChg chg="undo custSel addSld delSld modSld sldOrd addMainMaster delMainMaster">
      <pc:chgData name="Pablo Iglesias Quián" userId="8cfcd0ef729062f4" providerId="LiveId" clId="{5D06C716-4FAF-44C3-B528-A01E02E88A0A}" dt="2024-02-16T12:56:08.363" v="1231" actId="1076"/>
      <pc:docMkLst>
        <pc:docMk/>
      </pc:docMkLst>
      <pc:sldChg chg="addSp delSp modSp new mod setBg modClrScheme delDesignElem chgLayout">
        <pc:chgData name="Pablo Iglesias Quián" userId="8cfcd0ef729062f4" providerId="LiveId" clId="{5D06C716-4FAF-44C3-B528-A01E02E88A0A}" dt="2024-02-16T11:28:49.431" v="718" actId="20577"/>
        <pc:sldMkLst>
          <pc:docMk/>
          <pc:sldMk cId="1962197044" sldId="256"/>
        </pc:sldMkLst>
        <pc:spChg chg="mod ord">
          <ac:chgData name="Pablo Iglesias Quián" userId="8cfcd0ef729062f4" providerId="LiveId" clId="{5D06C716-4FAF-44C3-B528-A01E02E88A0A}" dt="2024-02-16T10:12:22.025" v="389" actId="1076"/>
          <ac:spMkLst>
            <pc:docMk/>
            <pc:sldMk cId="1962197044" sldId="256"/>
            <ac:spMk id="2" creationId="{A5F49639-D308-582E-D114-65C443C4185E}"/>
          </ac:spMkLst>
        </pc:spChg>
        <pc:spChg chg="mod ord">
          <ac:chgData name="Pablo Iglesias Quián" userId="8cfcd0ef729062f4" providerId="LiveId" clId="{5D06C716-4FAF-44C3-B528-A01E02E88A0A}" dt="2024-02-16T10:13:21.166" v="420" actId="1076"/>
          <ac:spMkLst>
            <pc:docMk/>
            <pc:sldMk cId="1962197044" sldId="256"/>
            <ac:spMk id="3" creationId="{0AB17CCA-1DD8-13AA-600F-83425D52BE39}"/>
          </ac:spMkLst>
        </pc:spChg>
        <pc:spChg chg="add del mod">
          <ac:chgData name="Pablo Iglesias Quián" userId="8cfcd0ef729062f4" providerId="LiveId" clId="{5D06C716-4FAF-44C3-B528-A01E02E88A0A}" dt="2024-02-16T10:05:40.585" v="329" actId="478"/>
          <ac:spMkLst>
            <pc:docMk/>
            <pc:sldMk cId="1962197044" sldId="256"/>
            <ac:spMk id="7" creationId="{01B53DDF-32E1-4C12-D951-54C7081C9578}"/>
          </ac:spMkLst>
        </pc:spChg>
        <pc:spChg chg="add mod">
          <ac:chgData name="Pablo Iglesias Quián" userId="8cfcd0ef729062f4" providerId="LiveId" clId="{5D06C716-4FAF-44C3-B528-A01E02E88A0A}" dt="2024-02-16T10:13:31.372" v="421" actId="1076"/>
          <ac:spMkLst>
            <pc:docMk/>
            <pc:sldMk cId="1962197044" sldId="256"/>
            <ac:spMk id="8" creationId="{EAABBF08-5597-8545-56A5-C5B5A59BE1A4}"/>
          </ac:spMkLst>
        </pc:spChg>
        <pc:spChg chg="add del">
          <ac:chgData name="Pablo Iglesias Quián" userId="8cfcd0ef729062f4" providerId="LiveId" clId="{5D06C716-4FAF-44C3-B528-A01E02E88A0A}" dt="2024-02-16T09:40:50.627" v="15" actId="26606"/>
          <ac:spMkLst>
            <pc:docMk/>
            <pc:sldMk cId="1962197044" sldId="256"/>
            <ac:spMk id="9" creationId="{37FDDF72-DE39-4F99-A3C1-DD9D7815D7DB}"/>
          </ac:spMkLst>
        </pc:spChg>
        <pc:spChg chg="add del">
          <ac:chgData name="Pablo Iglesias Quián" userId="8cfcd0ef729062f4" providerId="LiveId" clId="{5D06C716-4FAF-44C3-B528-A01E02E88A0A}" dt="2024-02-16T09:40:50.627" v="15" actId="26606"/>
          <ac:spMkLst>
            <pc:docMk/>
            <pc:sldMk cId="1962197044" sldId="256"/>
            <ac:spMk id="11" creationId="{5E4ECE80-3AD1-450C-B62A-98788F193948}"/>
          </ac:spMkLst>
        </pc:spChg>
        <pc:spChg chg="add mod">
          <ac:chgData name="Pablo Iglesias Quián" userId="8cfcd0ef729062f4" providerId="LiveId" clId="{5D06C716-4FAF-44C3-B528-A01E02E88A0A}" dt="2024-02-16T11:28:49.431" v="718" actId="20577"/>
          <ac:spMkLst>
            <pc:docMk/>
            <pc:sldMk cId="1962197044" sldId="256"/>
            <ac:spMk id="16" creationId="{B5BE6164-B161-7AE4-DF29-B9457D2BEAF2}"/>
          </ac:spMkLst>
        </pc:spChg>
        <pc:spChg chg="add del">
          <ac:chgData name="Pablo Iglesias Quián" userId="8cfcd0ef729062f4" providerId="LiveId" clId="{5D06C716-4FAF-44C3-B528-A01E02E88A0A}" dt="2024-02-16T10:09:33.540" v="355"/>
          <ac:spMkLst>
            <pc:docMk/>
            <pc:sldMk cId="1962197044" sldId="256"/>
            <ac:spMk id="20" creationId="{E2748806-3AF5-4078-830A-C1F26BF1B200}"/>
          </ac:spMkLst>
        </pc:spChg>
        <pc:spChg chg="add del">
          <ac:chgData name="Pablo Iglesias Quián" userId="8cfcd0ef729062f4" providerId="LiveId" clId="{5D06C716-4FAF-44C3-B528-A01E02E88A0A}" dt="2024-02-16T10:09:33.540" v="355"/>
          <ac:spMkLst>
            <pc:docMk/>
            <pc:sldMk cId="1962197044" sldId="256"/>
            <ac:spMk id="22" creationId="{BF991FCB-5132-414C-B377-526F56121B69}"/>
          </ac:spMkLst>
        </pc:spChg>
        <pc:spChg chg="add del">
          <ac:chgData name="Pablo Iglesias Quián" userId="8cfcd0ef729062f4" providerId="LiveId" clId="{5D06C716-4FAF-44C3-B528-A01E02E88A0A}" dt="2024-02-16T10:09:33.540" v="355"/>
          <ac:spMkLst>
            <pc:docMk/>
            <pc:sldMk cId="1962197044" sldId="256"/>
            <ac:spMk id="24" creationId="{F23DAFF7-4C98-4E0E-8986-198D54B6C1F0}"/>
          </ac:spMkLst>
        </pc:spChg>
        <pc:grpChg chg="add del">
          <ac:chgData name="Pablo Iglesias Quián" userId="8cfcd0ef729062f4" providerId="LiveId" clId="{5D06C716-4FAF-44C3-B528-A01E02E88A0A}" dt="2024-02-16T09:40:50.627" v="15" actId="26606"/>
          <ac:grpSpMkLst>
            <pc:docMk/>
            <pc:sldMk cId="1962197044" sldId="256"/>
            <ac:grpSpMk id="13" creationId="{B9632603-447F-4389-863D-9820DB9915A2}"/>
          </ac:grpSpMkLst>
        </pc:grpChg>
        <pc:picChg chg="add del">
          <ac:chgData name="Pablo Iglesias Quián" userId="8cfcd0ef729062f4" providerId="LiveId" clId="{5D06C716-4FAF-44C3-B528-A01E02E88A0A}" dt="2024-02-16T09:38:48.616" v="3" actId="478"/>
          <ac:picMkLst>
            <pc:docMk/>
            <pc:sldMk cId="1962197044" sldId="256"/>
            <ac:picMk id="4" creationId="{CC92B2B2-9CD6-E9B3-9A5E-422209B66596}"/>
          </ac:picMkLst>
        </pc:picChg>
        <pc:picChg chg="add del mod">
          <ac:chgData name="Pablo Iglesias Quián" userId="8cfcd0ef729062f4" providerId="LiveId" clId="{5D06C716-4FAF-44C3-B528-A01E02E88A0A}" dt="2024-02-16T11:27:28.303" v="577" actId="1076"/>
          <ac:picMkLst>
            <pc:docMk/>
            <pc:sldMk cId="1962197044" sldId="256"/>
            <ac:picMk id="6" creationId="{64E02B60-BFB2-FF30-C79B-061AE1423D62}"/>
          </ac:picMkLst>
        </pc:picChg>
        <pc:picChg chg="add del mod">
          <ac:chgData name="Pablo Iglesias Quián" userId="8cfcd0ef729062f4" providerId="LiveId" clId="{5D06C716-4FAF-44C3-B528-A01E02E88A0A}" dt="2024-02-16T10:05:40.104" v="328" actId="931"/>
          <ac:picMkLst>
            <pc:docMk/>
            <pc:sldMk cId="1962197044" sldId="256"/>
            <ac:picMk id="12" creationId="{5FD36C40-59F3-DD0D-DE4A-C70B90D33114}"/>
          </ac:picMkLst>
        </pc:picChg>
        <pc:picChg chg="add del">
          <ac:chgData name="Pablo Iglesias Quián" userId="8cfcd0ef729062f4" providerId="LiveId" clId="{5D06C716-4FAF-44C3-B528-A01E02E88A0A}" dt="2024-02-16T09:38:48.616" v="3" actId="478"/>
          <ac:picMkLst>
            <pc:docMk/>
            <pc:sldMk cId="1962197044" sldId="256"/>
            <ac:picMk id="1026" creationId="{EB5F7809-254E-8B6C-3F86-82544033E140}"/>
          </ac:picMkLst>
        </pc:picChg>
        <pc:picChg chg="add del mod">
          <ac:chgData name="Pablo Iglesias Quián" userId="8cfcd0ef729062f4" providerId="LiveId" clId="{5D06C716-4FAF-44C3-B528-A01E02E88A0A}" dt="2024-02-16T09:39:42.966" v="10" actId="478"/>
          <ac:picMkLst>
            <pc:docMk/>
            <pc:sldMk cId="1962197044" sldId="256"/>
            <ac:picMk id="1028" creationId="{AA589768-7F12-12D2-C1FE-A8D0D4F0DC97}"/>
          </ac:picMkLst>
        </pc:picChg>
      </pc:sldChg>
      <pc:sldChg chg="addSp delSp modSp new del mod">
        <pc:chgData name="Pablo Iglesias Quián" userId="8cfcd0ef729062f4" providerId="LiveId" clId="{5D06C716-4FAF-44C3-B528-A01E02E88A0A}" dt="2024-02-16T11:28:56.691" v="719" actId="47"/>
        <pc:sldMkLst>
          <pc:docMk/>
          <pc:sldMk cId="2140832050" sldId="257"/>
        </pc:sldMkLst>
        <pc:spChg chg="mod ord">
          <ac:chgData name="Pablo Iglesias Quián" userId="8cfcd0ef729062f4" providerId="LiveId" clId="{5D06C716-4FAF-44C3-B528-A01E02E88A0A}" dt="2024-02-16T10:10:11.088" v="365"/>
          <ac:spMkLst>
            <pc:docMk/>
            <pc:sldMk cId="2140832050" sldId="257"/>
            <ac:spMk id="2" creationId="{4456D55E-3375-F1FF-BD40-68E8129E068A}"/>
          </ac:spMkLst>
        </pc:spChg>
        <pc:spChg chg="mod ord">
          <ac:chgData name="Pablo Iglesias Quián" userId="8cfcd0ef729062f4" providerId="LiveId" clId="{5D06C716-4FAF-44C3-B528-A01E02E88A0A}" dt="2024-02-16T10:10:11.088" v="365"/>
          <ac:spMkLst>
            <pc:docMk/>
            <pc:sldMk cId="2140832050" sldId="257"/>
            <ac:spMk id="3" creationId="{4051E76C-9FB0-4F97-7E54-9929BCF38233}"/>
          </ac:spMkLst>
        </pc:spChg>
        <pc:spChg chg="add mod">
          <ac:chgData name="Pablo Iglesias Quián" userId="8cfcd0ef729062f4" providerId="LiveId" clId="{5D06C716-4FAF-44C3-B528-A01E02E88A0A}" dt="2024-02-16T09:59:47.750" v="282"/>
          <ac:spMkLst>
            <pc:docMk/>
            <pc:sldMk cId="2140832050" sldId="257"/>
            <ac:spMk id="5" creationId="{8DDEFCED-833B-863D-32E0-9C3D3C325534}"/>
          </ac:spMkLst>
        </pc:spChg>
        <pc:spChg chg="add del mod ord">
          <ac:chgData name="Pablo Iglesias Quián" userId="8cfcd0ef729062f4" providerId="LiveId" clId="{5D06C716-4FAF-44C3-B528-A01E02E88A0A}" dt="2024-02-16T10:07:36.623" v="338" actId="478"/>
          <ac:spMkLst>
            <pc:docMk/>
            <pc:sldMk cId="2140832050" sldId="257"/>
            <ac:spMk id="7" creationId="{CCAA157E-083F-F0E9-0EB4-65E87CD08C23}"/>
          </ac:spMkLst>
        </pc:spChg>
        <pc:picChg chg="add mod">
          <ac:chgData name="Pablo Iglesias Quián" userId="8cfcd0ef729062f4" providerId="LiveId" clId="{5D06C716-4FAF-44C3-B528-A01E02E88A0A}" dt="2024-02-16T09:59:47.750" v="282"/>
          <ac:picMkLst>
            <pc:docMk/>
            <pc:sldMk cId="2140832050" sldId="257"/>
            <ac:picMk id="4" creationId="{4E68C859-E735-8D1E-FC90-2C4F9F2BEEE4}"/>
          </ac:picMkLst>
        </pc:picChg>
        <pc:picChg chg="add del mod ord">
          <ac:chgData name="Pablo Iglesias Quián" userId="8cfcd0ef729062f4" providerId="LiveId" clId="{5D06C716-4FAF-44C3-B528-A01E02E88A0A}" dt="2024-02-16T10:07:39.674" v="340" actId="962"/>
          <ac:picMkLst>
            <pc:docMk/>
            <pc:sldMk cId="2140832050" sldId="257"/>
            <ac:picMk id="6" creationId="{4CFCF0D8-C46B-787B-796A-4876F31F95C8}"/>
          </ac:picMkLst>
        </pc:picChg>
        <pc:picChg chg="add mod">
          <ac:chgData name="Pablo Iglesias Quián" userId="8cfcd0ef729062f4" providerId="LiveId" clId="{5D06C716-4FAF-44C3-B528-A01E02E88A0A}" dt="2024-02-16T10:07:36.222" v="337" actId="931"/>
          <ac:picMkLst>
            <pc:docMk/>
            <pc:sldMk cId="2140832050" sldId="257"/>
            <ac:picMk id="9" creationId="{145B299C-BE75-00DB-7929-0A26E0D19997}"/>
          </ac:picMkLst>
        </pc:picChg>
      </pc:sldChg>
      <pc:sldChg chg="addSp delSp modSp new mod setBg">
        <pc:chgData name="Pablo Iglesias Quián" userId="8cfcd0ef729062f4" providerId="LiveId" clId="{5D06C716-4FAF-44C3-B528-A01E02E88A0A}" dt="2024-02-16T10:09:56.764" v="361" actId="478"/>
        <pc:sldMkLst>
          <pc:docMk/>
          <pc:sldMk cId="2745479550" sldId="258"/>
        </pc:sldMkLst>
        <pc:spChg chg="del">
          <ac:chgData name="Pablo Iglesias Quián" userId="8cfcd0ef729062f4" providerId="LiveId" clId="{5D06C716-4FAF-44C3-B528-A01E02E88A0A}" dt="2024-02-16T09:55:56.438" v="273" actId="478"/>
          <ac:spMkLst>
            <pc:docMk/>
            <pc:sldMk cId="2745479550" sldId="258"/>
            <ac:spMk id="2" creationId="{40A1DA5C-FD48-02C6-6FC4-33C3E1D23CA8}"/>
          </ac:spMkLst>
        </pc:spChg>
        <pc:spChg chg="del">
          <ac:chgData name="Pablo Iglesias Quián" userId="8cfcd0ef729062f4" providerId="LiveId" clId="{5D06C716-4FAF-44C3-B528-A01E02E88A0A}" dt="2024-02-16T09:55:58.573" v="274" actId="478"/>
          <ac:spMkLst>
            <pc:docMk/>
            <pc:sldMk cId="2745479550" sldId="258"/>
            <ac:spMk id="3" creationId="{17E5429B-82AB-3804-49A2-42CD68145F8B}"/>
          </ac:spMkLst>
        </pc:spChg>
        <pc:spChg chg="add del mod ord">
          <ac:chgData name="Pablo Iglesias Quián" userId="8cfcd0ef729062f4" providerId="LiveId" clId="{5D06C716-4FAF-44C3-B528-A01E02E88A0A}" dt="2024-02-16T10:09:56.764" v="361" actId="478"/>
          <ac:spMkLst>
            <pc:docMk/>
            <pc:sldMk cId="2745479550" sldId="258"/>
            <ac:spMk id="9" creationId="{211E389D-EDB7-61EF-065F-0C8B02578AEE}"/>
          </ac:spMkLst>
        </pc:spChg>
        <pc:spChg chg="add del">
          <ac:chgData name="Pablo Iglesias Quián" userId="8cfcd0ef729062f4" providerId="LiveId" clId="{5D06C716-4FAF-44C3-B528-A01E02E88A0A}" dt="2024-02-16T10:08:50.882" v="346" actId="26606"/>
          <ac:spMkLst>
            <pc:docMk/>
            <pc:sldMk cId="2745479550" sldId="258"/>
            <ac:spMk id="12" creationId="{0BABF38A-8A0D-492E-BD20-6CF4D46B50BD}"/>
          </ac:spMkLst>
        </pc:spChg>
        <pc:spChg chg="add del">
          <ac:chgData name="Pablo Iglesias Quián" userId="8cfcd0ef729062f4" providerId="LiveId" clId="{5D06C716-4FAF-44C3-B528-A01E02E88A0A}" dt="2024-02-16T10:08:50.882" v="346" actId="26606"/>
          <ac:spMkLst>
            <pc:docMk/>
            <pc:sldMk cId="2745479550" sldId="258"/>
            <ac:spMk id="16" creationId="{37FDDF72-DE39-4F99-A3C1-DD9D7815D7DB}"/>
          </ac:spMkLst>
        </pc:spChg>
        <pc:spChg chg="add del">
          <ac:chgData name="Pablo Iglesias Quián" userId="8cfcd0ef729062f4" providerId="LiveId" clId="{5D06C716-4FAF-44C3-B528-A01E02E88A0A}" dt="2024-02-16T10:08:50.882" v="346" actId="26606"/>
          <ac:spMkLst>
            <pc:docMk/>
            <pc:sldMk cId="2745479550" sldId="258"/>
            <ac:spMk id="18" creationId="{5E4ECE80-3AD1-450C-B62A-98788F193948}"/>
          </ac:spMkLst>
        </pc:spChg>
        <pc:spChg chg="add del">
          <ac:chgData name="Pablo Iglesias Quián" userId="8cfcd0ef729062f4" providerId="LiveId" clId="{5D06C716-4FAF-44C3-B528-A01E02E88A0A}" dt="2024-02-16T10:08:53.138" v="348" actId="26606"/>
          <ac:spMkLst>
            <pc:docMk/>
            <pc:sldMk cId="2745479550" sldId="258"/>
            <ac:spMk id="21" creationId="{0BABF38A-8A0D-492E-BD20-6CF4D46B50BD}"/>
          </ac:spMkLst>
        </pc:spChg>
        <pc:spChg chg="add del">
          <ac:chgData name="Pablo Iglesias Quián" userId="8cfcd0ef729062f4" providerId="LiveId" clId="{5D06C716-4FAF-44C3-B528-A01E02E88A0A}" dt="2024-02-16T10:08:53.138" v="348" actId="26606"/>
          <ac:spMkLst>
            <pc:docMk/>
            <pc:sldMk cId="2745479550" sldId="258"/>
            <ac:spMk id="26" creationId="{DE61FBD7-E37C-4B38-BE44-A6D4978D7486}"/>
          </ac:spMkLst>
        </pc:spChg>
        <pc:spChg chg="add del">
          <ac:chgData name="Pablo Iglesias Quián" userId="8cfcd0ef729062f4" providerId="LiveId" clId="{5D06C716-4FAF-44C3-B528-A01E02E88A0A}" dt="2024-02-16T10:08:53.138" v="348" actId="26606"/>
          <ac:spMkLst>
            <pc:docMk/>
            <pc:sldMk cId="2745479550" sldId="258"/>
            <ac:spMk id="27" creationId="{392BFCFE-FD78-4EDF-BEFE-CC444DC5F307}"/>
          </ac:spMkLst>
        </pc:spChg>
        <pc:grpChg chg="add del">
          <ac:chgData name="Pablo Iglesias Quián" userId="8cfcd0ef729062f4" providerId="LiveId" clId="{5D06C716-4FAF-44C3-B528-A01E02E88A0A}" dt="2024-02-16T10:08:53.138" v="348" actId="26606"/>
          <ac:grpSpMkLst>
            <pc:docMk/>
            <pc:sldMk cId="2745479550" sldId="258"/>
            <ac:grpSpMk id="22" creationId="{571A5182-88AD-4DEB-8200-5575BC81C26F}"/>
          </ac:grpSpMkLst>
        </pc:grpChg>
        <pc:picChg chg="add del mod">
          <ac:chgData name="Pablo Iglesias Quián" userId="8cfcd0ef729062f4" providerId="LiveId" clId="{5D06C716-4FAF-44C3-B528-A01E02E88A0A}" dt="2024-02-16T09:57:20.997" v="278" actId="478"/>
          <ac:picMkLst>
            <pc:docMk/>
            <pc:sldMk cId="2745479550" sldId="258"/>
            <ac:picMk id="5" creationId="{03C958D7-0852-2F82-3269-E476E3906778}"/>
          </ac:picMkLst>
        </pc:picChg>
        <pc:picChg chg="add mod">
          <ac:chgData name="Pablo Iglesias Quián" userId="8cfcd0ef729062f4" providerId="LiveId" clId="{5D06C716-4FAF-44C3-B528-A01E02E88A0A}" dt="2024-02-16T10:08:53.138" v="348" actId="26606"/>
          <ac:picMkLst>
            <pc:docMk/>
            <pc:sldMk cId="2745479550" sldId="258"/>
            <ac:picMk id="7" creationId="{09EDC7DC-ED15-366F-61B5-4AD616CBC3D1}"/>
          </ac:picMkLst>
        </pc:picChg>
        <pc:picChg chg="add del mod ord">
          <ac:chgData name="Pablo Iglesias Quián" userId="8cfcd0ef729062f4" providerId="LiveId" clId="{5D06C716-4FAF-44C3-B528-A01E02E88A0A}" dt="2024-02-16T10:09:56.764" v="361" actId="478"/>
          <ac:picMkLst>
            <pc:docMk/>
            <pc:sldMk cId="2745479550" sldId="258"/>
            <ac:picMk id="8" creationId="{BB0BDE22-0F7D-0F01-80F7-FE0521806579}"/>
          </ac:picMkLst>
        </pc:picChg>
        <pc:picChg chg="add del">
          <ac:chgData name="Pablo Iglesias Quián" userId="8cfcd0ef729062f4" providerId="LiveId" clId="{5D06C716-4FAF-44C3-B528-A01E02E88A0A}" dt="2024-02-16T10:08:50.882" v="346" actId="26606"/>
          <ac:picMkLst>
            <pc:docMk/>
            <pc:sldMk cId="2745479550" sldId="258"/>
            <ac:picMk id="14" creationId="{BC526B7A-4801-4FD1-95C8-03AF22629E87}"/>
          </ac:picMkLst>
        </pc:picChg>
        <pc:picChg chg="add del">
          <ac:chgData name="Pablo Iglesias Quián" userId="8cfcd0ef729062f4" providerId="LiveId" clId="{5D06C716-4FAF-44C3-B528-A01E02E88A0A}" dt="2024-02-16T10:08:53.138" v="348" actId="26606"/>
          <ac:picMkLst>
            <pc:docMk/>
            <pc:sldMk cId="2745479550" sldId="258"/>
            <ac:picMk id="20" creationId="{594C0E01-BC96-4381-99B4-038A5E1D99AC}"/>
          </ac:picMkLst>
        </pc:picChg>
        <pc:picChg chg="add del">
          <ac:chgData name="Pablo Iglesias Quián" userId="8cfcd0ef729062f4" providerId="LiveId" clId="{5D06C716-4FAF-44C3-B528-A01E02E88A0A}" dt="2024-02-16T10:08:53.138" v="348" actId="26606"/>
          <ac:picMkLst>
            <pc:docMk/>
            <pc:sldMk cId="2745479550" sldId="258"/>
            <ac:picMk id="25" creationId="{BC526B7A-4801-4FD1-95C8-03AF22629E87}"/>
          </ac:picMkLst>
        </pc:picChg>
      </pc:sldChg>
      <pc:sldChg chg="addSp delSp modSp add mod setBg delDesignElem">
        <pc:chgData name="Pablo Iglesias Quián" userId="8cfcd0ef729062f4" providerId="LiveId" clId="{5D06C716-4FAF-44C3-B528-A01E02E88A0A}" dt="2024-02-16T10:09:33.540" v="355"/>
        <pc:sldMkLst>
          <pc:docMk/>
          <pc:sldMk cId="877309299" sldId="259"/>
        </pc:sldMkLst>
        <pc:spChg chg="add mod">
          <ac:chgData name="Pablo Iglesias Quián" userId="8cfcd0ef729062f4" providerId="LiveId" clId="{5D06C716-4FAF-44C3-B528-A01E02E88A0A}" dt="2024-02-16T10:01:26.202" v="295" actId="26606"/>
          <ac:spMkLst>
            <pc:docMk/>
            <pc:sldMk cId="877309299" sldId="259"/>
            <ac:spMk id="4" creationId="{B0C6EEEB-7939-6886-82B5-38A1DE089939}"/>
          </ac:spMkLst>
        </pc:spChg>
        <pc:spChg chg="add del">
          <ac:chgData name="Pablo Iglesias Quián" userId="8cfcd0ef729062f4" providerId="LiveId" clId="{5D06C716-4FAF-44C3-B528-A01E02E88A0A}" dt="2024-02-16T10:09:33.540" v="355"/>
          <ac:spMkLst>
            <pc:docMk/>
            <pc:sldMk cId="877309299" sldId="259"/>
            <ac:spMk id="6" creationId="{0BABF38A-8A0D-492E-BD20-6CF4D46B50BD}"/>
          </ac:spMkLst>
        </pc:spChg>
        <pc:spChg chg="del">
          <ac:chgData name="Pablo Iglesias Quián" userId="8cfcd0ef729062f4" providerId="LiveId" clId="{5D06C716-4FAF-44C3-B528-A01E02E88A0A}" dt="2024-02-16T10:01:16.229" v="294" actId="478"/>
          <ac:spMkLst>
            <pc:docMk/>
            <pc:sldMk cId="877309299" sldId="259"/>
            <ac:spMk id="9" creationId="{310EC8F8-AD02-7615-2399-188842571A37}"/>
          </ac:spMkLst>
        </pc:spChg>
        <pc:spChg chg="add del">
          <ac:chgData name="Pablo Iglesias Quián" userId="8cfcd0ef729062f4" providerId="LiveId" clId="{5D06C716-4FAF-44C3-B528-A01E02E88A0A}" dt="2024-02-16T10:09:33.540" v="355"/>
          <ac:spMkLst>
            <pc:docMk/>
            <pc:sldMk cId="877309299" sldId="259"/>
            <ac:spMk id="13" creationId="{37FDDF72-DE39-4F99-A3C1-DD9D7815D7DB}"/>
          </ac:spMkLst>
        </pc:spChg>
        <pc:spChg chg="add del">
          <ac:chgData name="Pablo Iglesias Quián" userId="8cfcd0ef729062f4" providerId="LiveId" clId="{5D06C716-4FAF-44C3-B528-A01E02E88A0A}" dt="2024-02-16T10:09:33.540" v="355"/>
          <ac:spMkLst>
            <pc:docMk/>
            <pc:sldMk cId="877309299" sldId="259"/>
            <ac:spMk id="15" creationId="{5E4ECE80-3AD1-450C-B62A-98788F193948}"/>
          </ac:spMkLst>
        </pc:spChg>
        <pc:picChg chg="add mod">
          <ac:chgData name="Pablo Iglesias Quián" userId="8cfcd0ef729062f4" providerId="LiveId" clId="{5D06C716-4FAF-44C3-B528-A01E02E88A0A}" dt="2024-02-16T10:01:26.202" v="295" actId="26606"/>
          <ac:picMkLst>
            <pc:docMk/>
            <pc:sldMk cId="877309299" sldId="259"/>
            <ac:picMk id="3" creationId="{2D023E8B-6015-DB7D-EFD0-0C98C41EEA57}"/>
          </ac:picMkLst>
        </pc:picChg>
        <pc:picChg chg="del">
          <ac:chgData name="Pablo Iglesias Quián" userId="8cfcd0ef729062f4" providerId="LiveId" clId="{5D06C716-4FAF-44C3-B528-A01E02E88A0A}" dt="2024-02-16T10:00:42.879" v="290" actId="478"/>
          <ac:picMkLst>
            <pc:docMk/>
            <pc:sldMk cId="877309299" sldId="259"/>
            <ac:picMk id="7" creationId="{0993D563-B7D2-AAE4-8182-E8D591B449B6}"/>
          </ac:picMkLst>
        </pc:picChg>
        <pc:picChg chg="del">
          <ac:chgData name="Pablo Iglesias Quián" userId="8cfcd0ef729062f4" providerId="LiveId" clId="{5D06C716-4FAF-44C3-B528-A01E02E88A0A}" dt="2024-02-16T10:01:16.229" v="294" actId="478"/>
          <ac:picMkLst>
            <pc:docMk/>
            <pc:sldMk cId="877309299" sldId="259"/>
            <ac:picMk id="8" creationId="{A7EF272F-E1FE-6482-F2B7-7730A336D5BD}"/>
          </ac:picMkLst>
        </pc:picChg>
        <pc:picChg chg="add del">
          <ac:chgData name="Pablo Iglesias Quián" userId="8cfcd0ef729062f4" providerId="LiveId" clId="{5D06C716-4FAF-44C3-B528-A01E02E88A0A}" dt="2024-02-16T10:09:33.540" v="355"/>
          <ac:picMkLst>
            <pc:docMk/>
            <pc:sldMk cId="877309299" sldId="259"/>
            <ac:picMk id="11" creationId="{BC526B7A-4801-4FD1-95C8-03AF22629E87}"/>
          </ac:picMkLst>
        </pc:picChg>
      </pc:sldChg>
      <pc:sldChg chg="new del">
        <pc:chgData name="Pablo Iglesias Quián" userId="8cfcd0ef729062f4" providerId="LiveId" clId="{5D06C716-4FAF-44C3-B528-A01E02E88A0A}" dt="2024-02-16T10:01:52.886" v="297" actId="47"/>
        <pc:sldMkLst>
          <pc:docMk/>
          <pc:sldMk cId="2128776649" sldId="260"/>
        </pc:sldMkLst>
      </pc:sldChg>
      <pc:sldChg chg="addSp delSp modSp add mod ord">
        <pc:chgData name="Pablo Iglesias Quián" userId="8cfcd0ef729062f4" providerId="LiveId" clId="{5D06C716-4FAF-44C3-B528-A01E02E88A0A}" dt="2024-02-16T10:31:25.023" v="555" actId="20577"/>
        <pc:sldMkLst>
          <pc:docMk/>
          <pc:sldMk cId="3763988061" sldId="260"/>
        </pc:sldMkLst>
        <pc:spChg chg="add mod">
          <ac:chgData name="Pablo Iglesias Quián" userId="8cfcd0ef729062f4" providerId="LiveId" clId="{5D06C716-4FAF-44C3-B528-A01E02E88A0A}" dt="2024-02-16T10:31:25.023" v="555" actId="20577"/>
          <ac:spMkLst>
            <pc:docMk/>
            <pc:sldMk cId="3763988061" sldId="260"/>
            <ac:spMk id="4" creationId="{F5EDD8BA-C0DE-6481-B7C8-4949144665FE}"/>
          </ac:spMkLst>
        </pc:spChg>
        <pc:spChg chg="del">
          <ac:chgData name="Pablo Iglesias Quián" userId="8cfcd0ef729062f4" providerId="LiveId" clId="{5D06C716-4FAF-44C3-B528-A01E02E88A0A}" dt="2024-02-16T10:10:14.277" v="366" actId="478"/>
          <ac:spMkLst>
            <pc:docMk/>
            <pc:sldMk cId="3763988061" sldId="260"/>
            <ac:spMk id="9" creationId="{736511FC-0C36-4388-E0A3-DB06D28C38D0}"/>
          </ac:spMkLst>
        </pc:spChg>
        <pc:picChg chg="add mod">
          <ac:chgData name="Pablo Iglesias Quián" userId="8cfcd0ef729062f4" providerId="LiveId" clId="{5D06C716-4FAF-44C3-B528-A01E02E88A0A}" dt="2024-02-16T10:30:51.181" v="528" actId="1036"/>
          <ac:picMkLst>
            <pc:docMk/>
            <pc:sldMk cId="3763988061" sldId="260"/>
            <ac:picMk id="3" creationId="{0119E029-972E-7082-219B-B9A07066ABAE}"/>
          </ac:picMkLst>
        </pc:picChg>
        <pc:picChg chg="del">
          <ac:chgData name="Pablo Iglesias Quián" userId="8cfcd0ef729062f4" providerId="LiveId" clId="{5D06C716-4FAF-44C3-B528-A01E02E88A0A}" dt="2024-02-16T10:20:41.293" v="422" actId="478"/>
          <ac:picMkLst>
            <pc:docMk/>
            <pc:sldMk cId="3763988061" sldId="260"/>
            <ac:picMk id="7" creationId="{796B8218-A62A-AA81-87DF-2D1C68DCD46C}"/>
          </ac:picMkLst>
        </pc:picChg>
        <pc:picChg chg="del">
          <ac:chgData name="Pablo Iglesias Quián" userId="8cfcd0ef729062f4" providerId="LiveId" clId="{5D06C716-4FAF-44C3-B528-A01E02E88A0A}" dt="2024-02-16T10:10:14.277" v="366" actId="478"/>
          <ac:picMkLst>
            <pc:docMk/>
            <pc:sldMk cId="3763988061" sldId="260"/>
            <ac:picMk id="8" creationId="{5D500B13-AEAD-A292-7A57-DD4B83E228BE}"/>
          </ac:picMkLst>
        </pc:picChg>
      </pc:sldChg>
      <pc:sldChg chg="addSp delSp modSp add mod ord">
        <pc:chgData name="Pablo Iglesias Quián" userId="8cfcd0ef729062f4" providerId="LiveId" clId="{5D06C716-4FAF-44C3-B528-A01E02E88A0A}" dt="2024-02-16T10:27:57.351" v="427" actId="1076"/>
        <pc:sldMkLst>
          <pc:docMk/>
          <pc:sldMk cId="3124117344" sldId="261"/>
        </pc:sldMkLst>
        <pc:spChg chg="add del">
          <ac:chgData name="Pablo Iglesias Quián" userId="8cfcd0ef729062f4" providerId="LiveId" clId="{5D06C716-4FAF-44C3-B528-A01E02E88A0A}" dt="2024-02-16T10:10:09.485" v="364" actId="478"/>
          <ac:spMkLst>
            <pc:docMk/>
            <pc:sldMk cId="3124117344" sldId="261"/>
            <ac:spMk id="9" creationId="{D21BC01A-33F4-D6E8-CF1B-09BA2F9E3247}"/>
          </ac:spMkLst>
        </pc:spChg>
        <pc:picChg chg="add mod">
          <ac:chgData name="Pablo Iglesias Quián" userId="8cfcd0ef729062f4" providerId="LiveId" clId="{5D06C716-4FAF-44C3-B528-A01E02E88A0A}" dt="2024-02-16T10:27:57.351" v="427" actId="1076"/>
          <ac:picMkLst>
            <pc:docMk/>
            <pc:sldMk cId="3124117344" sldId="261"/>
            <ac:picMk id="3" creationId="{B8B482DF-95B9-4DD8-4528-B604204D9464}"/>
          </ac:picMkLst>
        </pc:picChg>
        <pc:picChg chg="del">
          <ac:chgData name="Pablo Iglesias Quián" userId="8cfcd0ef729062f4" providerId="LiveId" clId="{5D06C716-4FAF-44C3-B528-A01E02E88A0A}" dt="2024-02-16T10:02:37.255" v="304" actId="478"/>
          <ac:picMkLst>
            <pc:docMk/>
            <pc:sldMk cId="3124117344" sldId="261"/>
            <ac:picMk id="7" creationId="{869CF460-244C-5030-9D03-6D12F220CCFF}"/>
          </ac:picMkLst>
        </pc:picChg>
        <pc:picChg chg="add del">
          <ac:chgData name="Pablo Iglesias Quián" userId="8cfcd0ef729062f4" providerId="LiveId" clId="{5D06C716-4FAF-44C3-B528-A01E02E88A0A}" dt="2024-02-16T10:10:09.485" v="364" actId="478"/>
          <ac:picMkLst>
            <pc:docMk/>
            <pc:sldMk cId="3124117344" sldId="261"/>
            <ac:picMk id="8" creationId="{A5D3092C-8C18-6C43-3EF3-186044AE156B}"/>
          </ac:picMkLst>
        </pc:picChg>
      </pc:sldChg>
      <pc:sldChg chg="addSp delSp modSp new mod">
        <pc:chgData name="Pablo Iglesias Quián" userId="8cfcd0ef729062f4" providerId="LiveId" clId="{5D06C716-4FAF-44C3-B528-A01E02E88A0A}" dt="2024-02-16T11:14:41.829" v="563" actId="1076"/>
        <pc:sldMkLst>
          <pc:docMk/>
          <pc:sldMk cId="683239376" sldId="262"/>
        </pc:sldMkLst>
        <pc:spChg chg="del">
          <ac:chgData name="Pablo Iglesias Quián" userId="8cfcd0ef729062f4" providerId="LiveId" clId="{5D06C716-4FAF-44C3-B528-A01E02E88A0A}" dt="2024-02-16T11:14:16.856" v="556" actId="478"/>
          <ac:spMkLst>
            <pc:docMk/>
            <pc:sldMk cId="683239376" sldId="262"/>
            <ac:spMk id="2" creationId="{187EDC0F-75CA-2CA4-524E-A41E5271355E}"/>
          </ac:spMkLst>
        </pc:spChg>
        <pc:spChg chg="del">
          <ac:chgData name="Pablo Iglesias Quián" userId="8cfcd0ef729062f4" providerId="LiveId" clId="{5D06C716-4FAF-44C3-B528-A01E02E88A0A}" dt="2024-02-16T11:14:18.184" v="557" actId="478"/>
          <ac:spMkLst>
            <pc:docMk/>
            <pc:sldMk cId="683239376" sldId="262"/>
            <ac:spMk id="3" creationId="{85843207-692D-6837-53D4-44DE46546024}"/>
          </ac:spMkLst>
        </pc:spChg>
        <pc:picChg chg="add mod">
          <ac:chgData name="Pablo Iglesias Quián" userId="8cfcd0ef729062f4" providerId="LiveId" clId="{5D06C716-4FAF-44C3-B528-A01E02E88A0A}" dt="2024-02-16T11:14:41.829" v="563" actId="1076"/>
          <ac:picMkLst>
            <pc:docMk/>
            <pc:sldMk cId="683239376" sldId="262"/>
            <ac:picMk id="5" creationId="{BC93F12E-7F92-B451-F1A0-2C2315EA08FB}"/>
          </ac:picMkLst>
        </pc:picChg>
      </pc:sldChg>
      <pc:sldChg chg="add del">
        <pc:chgData name="Pablo Iglesias Quián" userId="8cfcd0ef729062f4" providerId="LiveId" clId="{5D06C716-4FAF-44C3-B528-A01E02E88A0A}" dt="2024-02-16T10:08:54.543" v="350" actId="2890"/>
        <pc:sldMkLst>
          <pc:docMk/>
          <pc:sldMk cId="889596605" sldId="262"/>
        </pc:sldMkLst>
      </pc:sldChg>
      <pc:sldChg chg="addSp delSp modSp new mod ord">
        <pc:chgData name="Pablo Iglesias Quián" userId="8cfcd0ef729062f4" providerId="LiveId" clId="{5D06C716-4FAF-44C3-B528-A01E02E88A0A}" dt="2024-02-16T11:22:48.830" v="571" actId="14100"/>
        <pc:sldMkLst>
          <pc:docMk/>
          <pc:sldMk cId="3241247233" sldId="263"/>
        </pc:sldMkLst>
        <pc:spChg chg="del">
          <ac:chgData name="Pablo Iglesias Quián" userId="8cfcd0ef729062f4" providerId="LiveId" clId="{5D06C716-4FAF-44C3-B528-A01E02E88A0A}" dt="2024-02-16T11:22:09.666" v="567" actId="931"/>
          <ac:spMkLst>
            <pc:docMk/>
            <pc:sldMk cId="3241247233" sldId="263"/>
            <ac:spMk id="3" creationId="{B45F4DD7-B8F6-A0F0-B046-B8BF4F3E94D4}"/>
          </ac:spMkLst>
        </pc:spChg>
        <pc:picChg chg="add mod">
          <ac:chgData name="Pablo Iglesias Quián" userId="8cfcd0ef729062f4" providerId="LiveId" clId="{5D06C716-4FAF-44C3-B528-A01E02E88A0A}" dt="2024-02-16T11:22:48.830" v="571" actId="14100"/>
          <ac:picMkLst>
            <pc:docMk/>
            <pc:sldMk cId="3241247233" sldId="263"/>
            <ac:picMk id="5" creationId="{CCA8EE04-FCD3-2C6D-3A72-13EB93C28D06}"/>
          </ac:picMkLst>
        </pc:picChg>
      </pc:sldChg>
      <pc:sldChg chg="addSp delSp modSp new mod">
        <pc:chgData name="Pablo Iglesias Quián" userId="8cfcd0ef729062f4" providerId="LiveId" clId="{5D06C716-4FAF-44C3-B528-A01E02E88A0A}" dt="2024-02-16T11:32:39.801" v="726" actId="1076"/>
        <pc:sldMkLst>
          <pc:docMk/>
          <pc:sldMk cId="276193751" sldId="264"/>
        </pc:sldMkLst>
        <pc:spChg chg="del">
          <ac:chgData name="Pablo Iglesias Quián" userId="8cfcd0ef729062f4" providerId="LiveId" clId="{5D06C716-4FAF-44C3-B528-A01E02E88A0A}" dt="2024-02-16T11:29:04.009" v="721" actId="478"/>
          <ac:spMkLst>
            <pc:docMk/>
            <pc:sldMk cId="276193751" sldId="264"/>
            <ac:spMk id="2" creationId="{8A8876F1-F9F7-CA05-C38E-F0535F06E6D9}"/>
          </ac:spMkLst>
        </pc:spChg>
        <pc:spChg chg="del">
          <ac:chgData name="Pablo Iglesias Quián" userId="8cfcd0ef729062f4" providerId="LiveId" clId="{5D06C716-4FAF-44C3-B528-A01E02E88A0A}" dt="2024-02-16T11:29:03.068" v="720" actId="478"/>
          <ac:spMkLst>
            <pc:docMk/>
            <pc:sldMk cId="276193751" sldId="264"/>
            <ac:spMk id="3" creationId="{3D2E887A-141C-F953-70A8-F7249C256F20}"/>
          </ac:spMkLst>
        </pc:spChg>
        <pc:picChg chg="add mod">
          <ac:chgData name="Pablo Iglesias Quián" userId="8cfcd0ef729062f4" providerId="LiveId" clId="{5D06C716-4FAF-44C3-B528-A01E02E88A0A}" dt="2024-02-16T11:32:39.801" v="726" actId="1076"/>
          <ac:picMkLst>
            <pc:docMk/>
            <pc:sldMk cId="276193751" sldId="264"/>
            <ac:picMk id="5" creationId="{A4035E2E-046A-D38A-15C9-BA17D19FB32C}"/>
          </ac:picMkLst>
        </pc:picChg>
      </pc:sldChg>
      <pc:sldChg chg="addSp delSp modSp new mod setBg">
        <pc:chgData name="Pablo Iglesias Quián" userId="8cfcd0ef729062f4" providerId="LiveId" clId="{5D06C716-4FAF-44C3-B528-A01E02E88A0A}" dt="2024-02-16T12:52:41.580" v="1079" actId="1076"/>
        <pc:sldMkLst>
          <pc:docMk/>
          <pc:sldMk cId="3466494786" sldId="265"/>
        </pc:sldMkLst>
        <pc:spChg chg="add del">
          <ac:chgData name="Pablo Iglesias Quián" userId="8cfcd0ef729062f4" providerId="LiveId" clId="{5D06C716-4FAF-44C3-B528-A01E02E88A0A}" dt="2024-02-16T12:05:57.366" v="735" actId="478"/>
          <ac:spMkLst>
            <pc:docMk/>
            <pc:sldMk cId="3466494786" sldId="265"/>
            <ac:spMk id="2" creationId="{7DDEBB4F-D278-996A-707C-9ECA127C393C}"/>
          </ac:spMkLst>
        </pc:spChg>
        <pc:spChg chg="add del">
          <ac:chgData name="Pablo Iglesias Quián" userId="8cfcd0ef729062f4" providerId="LiveId" clId="{5D06C716-4FAF-44C3-B528-A01E02E88A0A}" dt="2024-02-16T12:05:55.995" v="734" actId="478"/>
          <ac:spMkLst>
            <pc:docMk/>
            <pc:sldMk cId="3466494786" sldId="265"/>
            <ac:spMk id="3" creationId="{92E10527-26ED-89DF-EBC5-93E68F238DD4}"/>
          </ac:spMkLst>
        </pc:spChg>
        <pc:picChg chg="add del mod">
          <ac:chgData name="Pablo Iglesias Quián" userId="8cfcd0ef729062f4" providerId="LiveId" clId="{5D06C716-4FAF-44C3-B528-A01E02E88A0A}" dt="2024-02-16T12:52:26.970" v="1073" actId="478"/>
          <ac:picMkLst>
            <pc:docMk/>
            <pc:sldMk cId="3466494786" sldId="265"/>
            <ac:picMk id="5" creationId="{10313363-B77C-468D-851F-44848F4C492A}"/>
          </ac:picMkLst>
        </pc:picChg>
        <pc:picChg chg="add mod">
          <ac:chgData name="Pablo Iglesias Quián" userId="8cfcd0ef729062f4" providerId="LiveId" clId="{5D06C716-4FAF-44C3-B528-A01E02E88A0A}" dt="2024-02-16T12:52:41.580" v="1079" actId="1076"/>
          <ac:picMkLst>
            <pc:docMk/>
            <pc:sldMk cId="3466494786" sldId="265"/>
            <ac:picMk id="7" creationId="{79093704-E47D-CCBD-9A60-6D2C2BEE2587}"/>
          </ac:picMkLst>
        </pc:picChg>
      </pc:sldChg>
      <pc:sldChg chg="addSp delSp add mod">
        <pc:chgData name="Pablo Iglesias Quián" userId="8cfcd0ef729062f4" providerId="LiveId" clId="{5D06C716-4FAF-44C3-B528-A01E02E88A0A}" dt="2024-02-16T12:29:42.565" v="747" actId="22"/>
        <pc:sldMkLst>
          <pc:docMk/>
          <pc:sldMk cId="2660320947" sldId="266"/>
        </pc:sldMkLst>
        <pc:picChg chg="add">
          <ac:chgData name="Pablo Iglesias Quián" userId="8cfcd0ef729062f4" providerId="LiveId" clId="{5D06C716-4FAF-44C3-B528-A01E02E88A0A}" dt="2024-02-16T12:29:42.565" v="747" actId="22"/>
          <ac:picMkLst>
            <pc:docMk/>
            <pc:sldMk cId="2660320947" sldId="266"/>
            <ac:picMk id="3" creationId="{9A08AC91-C91A-7233-2AFA-F00E20E78B64}"/>
          </ac:picMkLst>
        </pc:picChg>
        <pc:picChg chg="del">
          <ac:chgData name="Pablo Iglesias Quián" userId="8cfcd0ef729062f4" providerId="LiveId" clId="{5D06C716-4FAF-44C3-B528-A01E02E88A0A}" dt="2024-02-16T12:07:57.111" v="745" actId="478"/>
          <ac:picMkLst>
            <pc:docMk/>
            <pc:sldMk cId="2660320947" sldId="266"/>
            <ac:picMk id="5" creationId="{F2AF4321-393C-CBC5-8D88-BAF448094EE8}"/>
          </ac:picMkLst>
        </pc:picChg>
      </pc:sldChg>
      <pc:sldChg chg="addSp delSp modSp add mod">
        <pc:chgData name="Pablo Iglesias Quián" userId="8cfcd0ef729062f4" providerId="LiveId" clId="{5D06C716-4FAF-44C3-B528-A01E02E88A0A}" dt="2024-02-16T12:37:22.377" v="758" actId="1076"/>
        <pc:sldMkLst>
          <pc:docMk/>
          <pc:sldMk cId="2423322503" sldId="267"/>
        </pc:sldMkLst>
        <pc:picChg chg="add del">
          <ac:chgData name="Pablo Iglesias Quián" userId="8cfcd0ef729062f4" providerId="LiveId" clId="{5D06C716-4FAF-44C3-B528-A01E02E88A0A}" dt="2024-02-16T12:35:03.016" v="749" actId="478"/>
          <ac:picMkLst>
            <pc:docMk/>
            <pc:sldMk cId="2423322503" sldId="267"/>
            <ac:picMk id="3" creationId="{12917C88-50F2-6D7B-0AD8-D09567745FD9}"/>
          </ac:picMkLst>
        </pc:picChg>
        <pc:picChg chg="del">
          <ac:chgData name="Pablo Iglesias Quián" userId="8cfcd0ef729062f4" providerId="LiveId" clId="{5D06C716-4FAF-44C3-B528-A01E02E88A0A}" dt="2024-02-16T12:07:58.728" v="746" actId="478"/>
          <ac:picMkLst>
            <pc:docMk/>
            <pc:sldMk cId="2423322503" sldId="267"/>
            <ac:picMk id="5" creationId="{0B318E25-3956-BCDD-7A7B-0B3886C58748}"/>
          </ac:picMkLst>
        </pc:picChg>
        <pc:picChg chg="add del mod">
          <ac:chgData name="Pablo Iglesias Quián" userId="8cfcd0ef729062f4" providerId="LiveId" clId="{5D06C716-4FAF-44C3-B528-A01E02E88A0A}" dt="2024-02-16T12:37:09.675" v="753" actId="478"/>
          <ac:picMkLst>
            <pc:docMk/>
            <pc:sldMk cId="2423322503" sldId="267"/>
            <ac:picMk id="6" creationId="{E225DD86-AE91-58E7-BFA3-2EE6BB77B936}"/>
          </ac:picMkLst>
        </pc:picChg>
        <pc:picChg chg="add mod">
          <ac:chgData name="Pablo Iglesias Quián" userId="8cfcd0ef729062f4" providerId="LiveId" clId="{5D06C716-4FAF-44C3-B528-A01E02E88A0A}" dt="2024-02-16T12:37:22.377" v="758" actId="1076"/>
          <ac:picMkLst>
            <pc:docMk/>
            <pc:sldMk cId="2423322503" sldId="267"/>
            <ac:picMk id="8" creationId="{17C32985-5AD6-9EF4-0F2F-8AF09BB68A37}"/>
          </ac:picMkLst>
        </pc:picChg>
      </pc:sldChg>
      <pc:sldChg chg="add del">
        <pc:chgData name="Pablo Iglesias Quián" userId="8cfcd0ef729062f4" providerId="LiveId" clId="{5D06C716-4FAF-44C3-B528-A01E02E88A0A}" dt="2024-02-16T12:44:42.999" v="761" actId="47"/>
        <pc:sldMkLst>
          <pc:docMk/>
          <pc:sldMk cId="3637497083" sldId="268"/>
        </pc:sldMkLst>
      </pc:sldChg>
      <pc:sldChg chg="addSp delSp modSp add del mod setBg">
        <pc:chgData name="Pablo Iglesias Quián" userId="8cfcd0ef729062f4" providerId="LiveId" clId="{5D06C716-4FAF-44C3-B528-A01E02E88A0A}" dt="2024-02-16T12:46:27.287" v="796" actId="47"/>
        <pc:sldMkLst>
          <pc:docMk/>
          <pc:sldMk cId="2200747175" sldId="269"/>
        </pc:sldMkLst>
        <pc:spChg chg="add mod">
          <ac:chgData name="Pablo Iglesias Quián" userId="8cfcd0ef729062f4" providerId="LiveId" clId="{5D06C716-4FAF-44C3-B528-A01E02E88A0A}" dt="2024-02-16T12:45:54.936" v="781" actId="2711"/>
          <ac:spMkLst>
            <pc:docMk/>
            <pc:sldMk cId="2200747175" sldId="269"/>
            <ac:spMk id="2" creationId="{60C1B79C-C146-044F-E0BC-97AE279C798A}"/>
          </ac:spMkLst>
        </pc:spChg>
        <pc:spChg chg="add">
          <ac:chgData name="Pablo Iglesias Quián" userId="8cfcd0ef729062f4" providerId="LiveId" clId="{5D06C716-4FAF-44C3-B528-A01E02E88A0A}" dt="2024-02-16T12:45:36.842" v="780" actId="26606"/>
          <ac:spMkLst>
            <pc:docMk/>
            <pc:sldMk cId="2200747175" sldId="269"/>
            <ac:spMk id="7" creationId="{46DBB1A9-22FF-46E7-97B9-AE54774753DD}"/>
          </ac:spMkLst>
        </pc:spChg>
        <pc:picChg chg="del">
          <ac:chgData name="Pablo Iglesias Quián" userId="8cfcd0ef729062f4" providerId="LiveId" clId="{5D06C716-4FAF-44C3-B528-A01E02E88A0A}" dt="2024-02-16T12:44:45.908" v="762" actId="478"/>
          <ac:picMkLst>
            <pc:docMk/>
            <pc:sldMk cId="2200747175" sldId="269"/>
            <ac:picMk id="8" creationId="{1BF0CE97-07C7-B19D-A2C9-28BFB7308710}"/>
          </ac:picMkLst>
        </pc:picChg>
        <pc:cxnChg chg="add">
          <ac:chgData name="Pablo Iglesias Quián" userId="8cfcd0ef729062f4" providerId="LiveId" clId="{5D06C716-4FAF-44C3-B528-A01E02E88A0A}" dt="2024-02-16T12:45:36.842" v="780" actId="26606"/>
          <ac:cxnSpMkLst>
            <pc:docMk/>
            <pc:sldMk cId="2200747175" sldId="269"/>
            <ac:cxnSpMk id="9" creationId="{3A1AAD47-56AD-4EE6-A88C-981D060DC2D6}"/>
          </ac:cxnSpMkLst>
        </pc:cxnChg>
      </pc:sldChg>
      <pc:sldChg chg="modSp new mod">
        <pc:chgData name="Pablo Iglesias Quián" userId="8cfcd0ef729062f4" providerId="LiveId" clId="{5D06C716-4FAF-44C3-B528-A01E02E88A0A}" dt="2024-02-16T12:55:24.404" v="1195" actId="2711"/>
        <pc:sldMkLst>
          <pc:docMk/>
          <pc:sldMk cId="652098001" sldId="270"/>
        </pc:sldMkLst>
        <pc:spChg chg="mod">
          <ac:chgData name="Pablo Iglesias Quián" userId="8cfcd0ef729062f4" providerId="LiveId" clId="{5D06C716-4FAF-44C3-B528-A01E02E88A0A}" dt="2024-02-16T12:46:38.667" v="801" actId="2711"/>
          <ac:spMkLst>
            <pc:docMk/>
            <pc:sldMk cId="652098001" sldId="270"/>
            <ac:spMk id="2" creationId="{4AA568C2-BC53-8705-F7B3-17408B0613E2}"/>
          </ac:spMkLst>
        </pc:spChg>
        <pc:spChg chg="mod">
          <ac:chgData name="Pablo Iglesias Quián" userId="8cfcd0ef729062f4" providerId="LiveId" clId="{5D06C716-4FAF-44C3-B528-A01E02E88A0A}" dt="2024-02-16T12:55:24.404" v="1195" actId="2711"/>
          <ac:spMkLst>
            <pc:docMk/>
            <pc:sldMk cId="652098001" sldId="270"/>
            <ac:spMk id="3" creationId="{7FCE19F6-859D-DAC1-C8B4-F740D874921A}"/>
          </ac:spMkLst>
        </pc:spChg>
      </pc:sldChg>
      <pc:sldChg chg="delSp modSp new mod">
        <pc:chgData name="Pablo Iglesias Quián" userId="8cfcd0ef729062f4" providerId="LiveId" clId="{5D06C716-4FAF-44C3-B528-A01E02E88A0A}" dt="2024-02-16T12:56:08.363" v="1231" actId="1076"/>
        <pc:sldMkLst>
          <pc:docMk/>
          <pc:sldMk cId="502781281" sldId="271"/>
        </pc:sldMkLst>
        <pc:spChg chg="mod">
          <ac:chgData name="Pablo Iglesias Quián" userId="8cfcd0ef729062f4" providerId="LiveId" clId="{5D06C716-4FAF-44C3-B528-A01E02E88A0A}" dt="2024-02-16T12:56:08.363" v="1231" actId="1076"/>
          <ac:spMkLst>
            <pc:docMk/>
            <pc:sldMk cId="502781281" sldId="271"/>
            <ac:spMk id="2" creationId="{17A044B9-6AE3-AF5F-777D-4457102824F0}"/>
          </ac:spMkLst>
        </pc:spChg>
        <pc:spChg chg="del">
          <ac:chgData name="Pablo Iglesias Quián" userId="8cfcd0ef729062f4" providerId="LiveId" clId="{5D06C716-4FAF-44C3-B528-A01E02E88A0A}" dt="2024-02-16T12:55:40.682" v="1197" actId="478"/>
          <ac:spMkLst>
            <pc:docMk/>
            <pc:sldMk cId="502781281" sldId="271"/>
            <ac:spMk id="3" creationId="{4CC96D4C-8BDB-8CB1-ACEA-F302638B4663}"/>
          </ac:spMkLst>
        </pc:spChg>
      </pc:sldChg>
      <pc:sldMasterChg chg="del delSldLayout">
        <pc:chgData name="Pablo Iglesias Quián" userId="8cfcd0ef729062f4" providerId="LiveId" clId="{5D06C716-4FAF-44C3-B528-A01E02E88A0A}" dt="2024-02-16T09:37:15.938" v="1" actId="26606"/>
        <pc:sldMasterMkLst>
          <pc:docMk/>
          <pc:sldMasterMk cId="464212366" sldId="2147483648"/>
        </pc:sldMasterMkLst>
        <pc:sldLayoutChg chg="del">
          <pc:chgData name="Pablo Iglesias Quián" userId="8cfcd0ef729062f4" providerId="LiveId" clId="{5D06C716-4FAF-44C3-B528-A01E02E88A0A}" dt="2024-02-16T09:37:15.938" v="1" actId="26606"/>
          <pc:sldLayoutMkLst>
            <pc:docMk/>
            <pc:sldMasterMk cId="464212366" sldId="2147483648"/>
            <pc:sldLayoutMk cId="580441735" sldId="2147483649"/>
          </pc:sldLayoutMkLst>
        </pc:sldLayoutChg>
        <pc:sldLayoutChg chg="del">
          <pc:chgData name="Pablo Iglesias Quián" userId="8cfcd0ef729062f4" providerId="LiveId" clId="{5D06C716-4FAF-44C3-B528-A01E02E88A0A}" dt="2024-02-16T09:37:15.938" v="1" actId="26606"/>
          <pc:sldLayoutMkLst>
            <pc:docMk/>
            <pc:sldMasterMk cId="464212366" sldId="2147483648"/>
            <pc:sldLayoutMk cId="77794668" sldId="2147483650"/>
          </pc:sldLayoutMkLst>
        </pc:sldLayoutChg>
        <pc:sldLayoutChg chg="del">
          <pc:chgData name="Pablo Iglesias Quián" userId="8cfcd0ef729062f4" providerId="LiveId" clId="{5D06C716-4FAF-44C3-B528-A01E02E88A0A}" dt="2024-02-16T09:37:15.938" v="1" actId="26606"/>
          <pc:sldLayoutMkLst>
            <pc:docMk/>
            <pc:sldMasterMk cId="464212366" sldId="2147483648"/>
            <pc:sldLayoutMk cId="3989849460" sldId="2147483651"/>
          </pc:sldLayoutMkLst>
        </pc:sldLayoutChg>
        <pc:sldLayoutChg chg="del">
          <pc:chgData name="Pablo Iglesias Quián" userId="8cfcd0ef729062f4" providerId="LiveId" clId="{5D06C716-4FAF-44C3-B528-A01E02E88A0A}" dt="2024-02-16T09:37:15.938" v="1" actId="26606"/>
          <pc:sldLayoutMkLst>
            <pc:docMk/>
            <pc:sldMasterMk cId="464212366" sldId="2147483648"/>
            <pc:sldLayoutMk cId="641815588" sldId="2147483652"/>
          </pc:sldLayoutMkLst>
        </pc:sldLayoutChg>
        <pc:sldLayoutChg chg="del">
          <pc:chgData name="Pablo Iglesias Quián" userId="8cfcd0ef729062f4" providerId="LiveId" clId="{5D06C716-4FAF-44C3-B528-A01E02E88A0A}" dt="2024-02-16T09:37:15.938" v="1" actId="26606"/>
          <pc:sldLayoutMkLst>
            <pc:docMk/>
            <pc:sldMasterMk cId="464212366" sldId="2147483648"/>
            <pc:sldLayoutMk cId="3301577101" sldId="2147483653"/>
          </pc:sldLayoutMkLst>
        </pc:sldLayoutChg>
        <pc:sldLayoutChg chg="del">
          <pc:chgData name="Pablo Iglesias Quián" userId="8cfcd0ef729062f4" providerId="LiveId" clId="{5D06C716-4FAF-44C3-B528-A01E02E88A0A}" dt="2024-02-16T09:37:15.938" v="1" actId="26606"/>
          <pc:sldLayoutMkLst>
            <pc:docMk/>
            <pc:sldMasterMk cId="464212366" sldId="2147483648"/>
            <pc:sldLayoutMk cId="2721660940" sldId="2147483654"/>
          </pc:sldLayoutMkLst>
        </pc:sldLayoutChg>
        <pc:sldLayoutChg chg="del">
          <pc:chgData name="Pablo Iglesias Quián" userId="8cfcd0ef729062f4" providerId="LiveId" clId="{5D06C716-4FAF-44C3-B528-A01E02E88A0A}" dt="2024-02-16T09:37:15.938" v="1" actId="26606"/>
          <pc:sldLayoutMkLst>
            <pc:docMk/>
            <pc:sldMasterMk cId="464212366" sldId="2147483648"/>
            <pc:sldLayoutMk cId="2260377857" sldId="2147483655"/>
          </pc:sldLayoutMkLst>
        </pc:sldLayoutChg>
        <pc:sldLayoutChg chg="del">
          <pc:chgData name="Pablo Iglesias Quián" userId="8cfcd0ef729062f4" providerId="LiveId" clId="{5D06C716-4FAF-44C3-B528-A01E02E88A0A}" dt="2024-02-16T09:37:15.938" v="1" actId="26606"/>
          <pc:sldLayoutMkLst>
            <pc:docMk/>
            <pc:sldMasterMk cId="464212366" sldId="2147483648"/>
            <pc:sldLayoutMk cId="380041493" sldId="2147483656"/>
          </pc:sldLayoutMkLst>
        </pc:sldLayoutChg>
        <pc:sldLayoutChg chg="del">
          <pc:chgData name="Pablo Iglesias Quián" userId="8cfcd0ef729062f4" providerId="LiveId" clId="{5D06C716-4FAF-44C3-B528-A01E02E88A0A}" dt="2024-02-16T09:37:15.938" v="1" actId="26606"/>
          <pc:sldLayoutMkLst>
            <pc:docMk/>
            <pc:sldMasterMk cId="464212366" sldId="2147483648"/>
            <pc:sldLayoutMk cId="3292793070" sldId="2147483657"/>
          </pc:sldLayoutMkLst>
        </pc:sldLayoutChg>
        <pc:sldLayoutChg chg="del">
          <pc:chgData name="Pablo Iglesias Quián" userId="8cfcd0ef729062f4" providerId="LiveId" clId="{5D06C716-4FAF-44C3-B528-A01E02E88A0A}" dt="2024-02-16T09:37:15.938" v="1" actId="26606"/>
          <pc:sldLayoutMkLst>
            <pc:docMk/>
            <pc:sldMasterMk cId="464212366" sldId="2147483648"/>
            <pc:sldLayoutMk cId="3947270189" sldId="2147483658"/>
          </pc:sldLayoutMkLst>
        </pc:sldLayoutChg>
        <pc:sldLayoutChg chg="del">
          <pc:chgData name="Pablo Iglesias Quián" userId="8cfcd0ef729062f4" providerId="LiveId" clId="{5D06C716-4FAF-44C3-B528-A01E02E88A0A}" dt="2024-02-16T09:37:15.938" v="1" actId="26606"/>
          <pc:sldLayoutMkLst>
            <pc:docMk/>
            <pc:sldMasterMk cId="464212366" sldId="2147483648"/>
            <pc:sldLayoutMk cId="2801613853" sldId="2147483659"/>
          </pc:sldLayoutMkLst>
        </pc:sldLayoutChg>
      </pc:sldMasterChg>
      <pc:sldMasterChg chg="add addSldLayout">
        <pc:chgData name="Pablo Iglesias Quián" userId="8cfcd0ef729062f4" providerId="LiveId" clId="{5D06C716-4FAF-44C3-B528-A01E02E88A0A}" dt="2024-02-16T09:37:15.938" v="1" actId="26606"/>
        <pc:sldMasterMkLst>
          <pc:docMk/>
          <pc:sldMasterMk cId="3510945558" sldId="2147483726"/>
        </pc:sldMasterMkLst>
        <pc:sldLayoutChg chg="add">
          <pc:chgData name="Pablo Iglesias Quián" userId="8cfcd0ef729062f4" providerId="LiveId" clId="{5D06C716-4FAF-44C3-B528-A01E02E88A0A}" dt="2024-02-16T09:37:15.938" v="1" actId="26606"/>
          <pc:sldLayoutMkLst>
            <pc:docMk/>
            <pc:sldMasterMk cId="3510945558" sldId="2147483726"/>
            <pc:sldLayoutMk cId="3069828491" sldId="2147483715"/>
          </pc:sldLayoutMkLst>
        </pc:sldLayoutChg>
        <pc:sldLayoutChg chg="add">
          <pc:chgData name="Pablo Iglesias Quián" userId="8cfcd0ef729062f4" providerId="LiveId" clId="{5D06C716-4FAF-44C3-B528-A01E02E88A0A}" dt="2024-02-16T09:37:15.938" v="1" actId="26606"/>
          <pc:sldLayoutMkLst>
            <pc:docMk/>
            <pc:sldMasterMk cId="3510945558" sldId="2147483726"/>
            <pc:sldLayoutMk cId="759392212" sldId="2147483716"/>
          </pc:sldLayoutMkLst>
        </pc:sldLayoutChg>
        <pc:sldLayoutChg chg="add">
          <pc:chgData name="Pablo Iglesias Quián" userId="8cfcd0ef729062f4" providerId="LiveId" clId="{5D06C716-4FAF-44C3-B528-A01E02E88A0A}" dt="2024-02-16T09:37:15.938" v="1" actId="26606"/>
          <pc:sldLayoutMkLst>
            <pc:docMk/>
            <pc:sldMasterMk cId="3510945558" sldId="2147483726"/>
            <pc:sldLayoutMk cId="1661269837" sldId="2147483717"/>
          </pc:sldLayoutMkLst>
        </pc:sldLayoutChg>
        <pc:sldLayoutChg chg="add">
          <pc:chgData name="Pablo Iglesias Quián" userId="8cfcd0ef729062f4" providerId="LiveId" clId="{5D06C716-4FAF-44C3-B528-A01E02E88A0A}" dt="2024-02-16T09:37:15.938" v="1" actId="26606"/>
          <pc:sldLayoutMkLst>
            <pc:docMk/>
            <pc:sldMasterMk cId="3510945558" sldId="2147483726"/>
            <pc:sldLayoutMk cId="3745271033" sldId="2147483718"/>
          </pc:sldLayoutMkLst>
        </pc:sldLayoutChg>
        <pc:sldLayoutChg chg="add">
          <pc:chgData name="Pablo Iglesias Quián" userId="8cfcd0ef729062f4" providerId="LiveId" clId="{5D06C716-4FAF-44C3-B528-A01E02E88A0A}" dt="2024-02-16T09:37:15.938" v="1" actId="26606"/>
          <pc:sldLayoutMkLst>
            <pc:docMk/>
            <pc:sldMasterMk cId="3510945558" sldId="2147483726"/>
            <pc:sldLayoutMk cId="2754764589" sldId="2147483719"/>
          </pc:sldLayoutMkLst>
        </pc:sldLayoutChg>
        <pc:sldLayoutChg chg="add">
          <pc:chgData name="Pablo Iglesias Quián" userId="8cfcd0ef729062f4" providerId="LiveId" clId="{5D06C716-4FAF-44C3-B528-A01E02E88A0A}" dt="2024-02-16T09:37:15.938" v="1" actId="26606"/>
          <pc:sldLayoutMkLst>
            <pc:docMk/>
            <pc:sldMasterMk cId="3510945558" sldId="2147483726"/>
            <pc:sldLayoutMk cId="4250024088" sldId="2147483720"/>
          </pc:sldLayoutMkLst>
        </pc:sldLayoutChg>
        <pc:sldLayoutChg chg="add">
          <pc:chgData name="Pablo Iglesias Quián" userId="8cfcd0ef729062f4" providerId="LiveId" clId="{5D06C716-4FAF-44C3-B528-A01E02E88A0A}" dt="2024-02-16T09:37:15.938" v="1" actId="26606"/>
          <pc:sldLayoutMkLst>
            <pc:docMk/>
            <pc:sldMasterMk cId="3510945558" sldId="2147483726"/>
            <pc:sldLayoutMk cId="1270628308" sldId="2147483721"/>
          </pc:sldLayoutMkLst>
        </pc:sldLayoutChg>
        <pc:sldLayoutChg chg="add">
          <pc:chgData name="Pablo Iglesias Quián" userId="8cfcd0ef729062f4" providerId="LiveId" clId="{5D06C716-4FAF-44C3-B528-A01E02E88A0A}" dt="2024-02-16T09:37:15.938" v="1" actId="26606"/>
          <pc:sldLayoutMkLst>
            <pc:docMk/>
            <pc:sldMasterMk cId="3510945558" sldId="2147483726"/>
            <pc:sldLayoutMk cId="3040760120" sldId="2147483722"/>
          </pc:sldLayoutMkLst>
        </pc:sldLayoutChg>
        <pc:sldLayoutChg chg="add">
          <pc:chgData name="Pablo Iglesias Quián" userId="8cfcd0ef729062f4" providerId="LiveId" clId="{5D06C716-4FAF-44C3-B528-A01E02E88A0A}" dt="2024-02-16T09:37:15.938" v="1" actId="26606"/>
          <pc:sldLayoutMkLst>
            <pc:docMk/>
            <pc:sldMasterMk cId="3510945558" sldId="2147483726"/>
            <pc:sldLayoutMk cId="3836947134" sldId="2147483723"/>
          </pc:sldLayoutMkLst>
        </pc:sldLayoutChg>
        <pc:sldLayoutChg chg="add">
          <pc:chgData name="Pablo Iglesias Quián" userId="8cfcd0ef729062f4" providerId="LiveId" clId="{5D06C716-4FAF-44C3-B528-A01E02E88A0A}" dt="2024-02-16T09:37:15.938" v="1" actId="26606"/>
          <pc:sldLayoutMkLst>
            <pc:docMk/>
            <pc:sldMasterMk cId="3510945558" sldId="2147483726"/>
            <pc:sldLayoutMk cId="1858275771" sldId="2147483724"/>
          </pc:sldLayoutMkLst>
        </pc:sldLayoutChg>
        <pc:sldLayoutChg chg="add">
          <pc:chgData name="Pablo Iglesias Quián" userId="8cfcd0ef729062f4" providerId="LiveId" clId="{5D06C716-4FAF-44C3-B528-A01E02E88A0A}" dt="2024-02-16T09:37:15.938" v="1" actId="26606"/>
          <pc:sldLayoutMkLst>
            <pc:docMk/>
            <pc:sldMasterMk cId="3510945558" sldId="2147483726"/>
            <pc:sldLayoutMk cId="568405006" sldId="214748372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157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28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146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898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2/16/2024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21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2/16/2024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94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2/16/2024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875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67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63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6159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4326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981006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12184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72508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88323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59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857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048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  <p:sldLayoutId id="2147483796" r:id="rId15"/>
    <p:sldLayoutId id="2147483797" r:id="rId16"/>
    <p:sldLayoutId id="2147483798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121483302@N02/14930503913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sa/3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ove-speaks-or-it-self.blogspot.com/2021/05/nba-play-in-format-nba-2k21-como-lidiar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layitusa.com/nba/2019/04/96171/playoffs-nba-2019-i-pronostici-del-primo-turno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nd/3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adeawayworld.net/nba-media/nba-fans-debate-who-is-the-goat-for-each-position-sf-is-lebron-c-is-kareem-pg-is-magic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lcatj.gob.mx/cid-11/worst-nba-team-5-29-40-1161654888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heanalyst.com/2022/11/the-highest-paid-players-in-the-nba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holding a ball&#10;&#10;Description automatically generated">
            <a:extLst>
              <a:ext uri="{FF2B5EF4-FFF2-40B4-BE49-F238E27FC236}">
                <a16:creationId xmlns:a16="http://schemas.microsoft.com/office/drawing/2014/main" id="{64E02B60-BFB2-FF30-C79B-061AE1423D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F49639-D308-582E-D114-65C443C41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88" y="397219"/>
            <a:ext cx="4956048" cy="1830855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  <a:latin typeface="Arial Nova Cond" panose="020B0506020202020204" pitchFamily="34" charset="0"/>
                <a:cs typeface="Aharoni" panose="02010803020104030203" pitchFamily="2" charset="-79"/>
              </a:rPr>
              <a:t>All NBA Teams</a:t>
            </a:r>
            <a:br>
              <a:rPr lang="en-US" sz="4800" dirty="0">
                <a:solidFill>
                  <a:srgbClr val="FFFFFF"/>
                </a:solidFill>
                <a:latin typeface="Arial Nova Cond" panose="020B0506020202020204" pitchFamily="34" charset="0"/>
                <a:cs typeface="Aharoni" panose="02010803020104030203" pitchFamily="2" charset="-79"/>
              </a:rPr>
            </a:br>
            <a:r>
              <a:rPr lang="en-US" sz="4800" dirty="0">
                <a:solidFill>
                  <a:srgbClr val="FFFFFF"/>
                </a:solidFill>
                <a:latin typeface="Arial Nova Cond" panose="020B0506020202020204" pitchFamily="34" charset="0"/>
                <a:cs typeface="Aharoni" panose="02010803020104030203" pitchFamily="2" charset="-79"/>
              </a:rPr>
              <a:t>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B17CCA-1DD8-13AA-600F-83425D52B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083" y="2323712"/>
            <a:ext cx="4233858" cy="1240223"/>
          </a:xfrm>
        </p:spPr>
        <p:txBody>
          <a:bodyPr anchor="t">
            <a:normAutofit fontScale="92500"/>
          </a:bodyPr>
          <a:lstStyle/>
          <a:p>
            <a:r>
              <a:rPr lang="en-US" sz="2800" dirty="0">
                <a:solidFill>
                  <a:srgbClr val="FFFFFF"/>
                </a:solidFill>
                <a:latin typeface="Arial Nova Cond" panose="020B0506020202020204" pitchFamily="34" charset="0"/>
              </a:rPr>
              <a:t>What does make a player be elected in the All NBA Teams?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B53DDF-32E1-4C12-D951-54C7081C9578}"/>
              </a:ext>
            </a:extLst>
          </p:cNvPr>
          <p:cNvSpPr txBox="1"/>
          <p:nvPr/>
        </p:nvSpPr>
        <p:spPr>
          <a:xfrm>
            <a:off x="9585197" y="6657945"/>
            <a:ext cx="2606803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www.flickr.com/photos/121483302@N02/14930503913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AABBF08-5597-8545-56A5-C5B5A59BE1A4}"/>
              </a:ext>
            </a:extLst>
          </p:cNvPr>
          <p:cNvSpPr txBox="1">
            <a:spLocks/>
          </p:cNvSpPr>
          <p:nvPr/>
        </p:nvSpPr>
        <p:spPr>
          <a:xfrm>
            <a:off x="332596" y="4629927"/>
            <a:ext cx="4233858" cy="15502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200" dirty="0">
                <a:solidFill>
                  <a:srgbClr val="FFFFFF"/>
                </a:solidFill>
                <a:latin typeface="Arial Nova Cond" panose="020B0506020202020204" pitchFamily="34" charset="0"/>
              </a:rPr>
              <a:t>Pablo Iglesias Quián</a:t>
            </a:r>
          </a:p>
          <a:p>
            <a:pPr algn="l"/>
            <a:r>
              <a:rPr lang="en-US" sz="2200" dirty="0" err="1">
                <a:solidFill>
                  <a:srgbClr val="FFFFFF"/>
                </a:solidFill>
                <a:latin typeface="Arial Nova Cond" panose="020B0506020202020204" pitchFamily="34" charset="0"/>
              </a:rPr>
              <a:t>Ironhack</a:t>
            </a:r>
            <a:r>
              <a:rPr lang="en-US" sz="2200" dirty="0">
                <a:solidFill>
                  <a:srgbClr val="FFFFFF"/>
                </a:solidFill>
                <a:latin typeface="Arial Nova Cond" panose="020B0506020202020204" pitchFamily="34" charset="0"/>
              </a:rPr>
              <a:t> Data Analytics Bootcamp</a:t>
            </a:r>
          </a:p>
          <a:p>
            <a:pPr algn="l"/>
            <a:r>
              <a:rPr lang="en-US" sz="2200" dirty="0">
                <a:solidFill>
                  <a:srgbClr val="FFFFFF"/>
                </a:solidFill>
                <a:latin typeface="Arial Nova Cond" panose="020B0506020202020204" pitchFamily="34" charset="0"/>
              </a:rPr>
              <a:t>16/02/2024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5BE6164-B161-7AE4-DF29-B9457D2BEAF2}"/>
              </a:ext>
            </a:extLst>
          </p:cNvPr>
          <p:cNvSpPr txBox="1">
            <a:spLocks/>
          </p:cNvSpPr>
          <p:nvPr/>
        </p:nvSpPr>
        <p:spPr>
          <a:xfrm>
            <a:off x="7468268" y="4784934"/>
            <a:ext cx="4233858" cy="124022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FFFFFF"/>
                </a:solidFill>
                <a:latin typeface="Arial Nova Cond" panose="020B0506020202020204" pitchFamily="34" charset="0"/>
              </a:rPr>
              <a:t>Data from players that started 35 games or more</a:t>
            </a:r>
          </a:p>
          <a:p>
            <a:r>
              <a:rPr lang="en-US" sz="2800" dirty="0">
                <a:solidFill>
                  <a:srgbClr val="FFFFFF"/>
                </a:solidFill>
                <a:latin typeface="Arial Nova Cond" panose="020B0506020202020204" pitchFamily="34" charset="0"/>
              </a:rPr>
              <a:t>Seasons from 1989-90 to 2022-23</a:t>
            </a:r>
          </a:p>
        </p:txBody>
      </p:sp>
    </p:spTree>
    <p:extLst>
      <p:ext uri="{BB962C8B-B14F-4D97-AF65-F5344CB8AC3E}">
        <p14:creationId xmlns:p14="http://schemas.microsoft.com/office/powerpoint/2010/main" val="1962197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 shot of a table&#10;&#10;Description automatically generated">
            <a:extLst>
              <a:ext uri="{FF2B5EF4-FFF2-40B4-BE49-F238E27FC236}">
                <a16:creationId xmlns:a16="http://schemas.microsoft.com/office/drawing/2014/main" id="{09EDC7DC-ED15-366F-61B5-4AD616CBC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014927" y="0"/>
            <a:ext cx="81621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79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411BEF-3552-1223-D951-F8589BEA4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asketball tournament schedule&#10;&#10;Description automatically generated">
            <a:extLst>
              <a:ext uri="{FF2B5EF4-FFF2-40B4-BE49-F238E27FC236}">
                <a16:creationId xmlns:a16="http://schemas.microsoft.com/office/drawing/2014/main" id="{2D023E8B-6015-DB7D-EFD0-0C98C41EEA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20"/>
          <a:stretch/>
        </p:blipFill>
        <p:spPr>
          <a:xfrm>
            <a:off x="20" y="10"/>
            <a:ext cx="12191980" cy="68566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C6EEEB-7939-6886-82B5-38A1DE089939}"/>
              </a:ext>
            </a:extLst>
          </p:cNvPr>
          <p:cNvSpPr txBox="1"/>
          <p:nvPr/>
        </p:nvSpPr>
        <p:spPr>
          <a:xfrm>
            <a:off x="9400851" y="6656569"/>
            <a:ext cx="2791149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www.playitusa.com/nba/2019/04/96171/playoffs-nba-2019-i-pronostici-del-primo-turno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309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38903-230F-090B-03D8-4CDFD5E4F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basketball players&#10;&#10;Description automatically generated">
            <a:extLst>
              <a:ext uri="{FF2B5EF4-FFF2-40B4-BE49-F238E27FC236}">
                <a16:creationId xmlns:a16="http://schemas.microsoft.com/office/drawing/2014/main" id="{B8B482DF-95B9-4DD8-4528-B604204D9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073420" y="412065"/>
            <a:ext cx="8045159" cy="603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17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B291-DDDB-D97B-C759-DC6F4A86D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lage of men in basketball uniforms&#10;&#10;Description automatically generated">
            <a:extLst>
              <a:ext uri="{FF2B5EF4-FFF2-40B4-BE49-F238E27FC236}">
                <a16:creationId xmlns:a16="http://schemas.microsoft.com/office/drawing/2014/main" id="{0119E029-972E-7082-219B-B9A07066A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438083" y="1050507"/>
            <a:ext cx="7315834" cy="5486876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F5EDD8BA-C0DE-6481-B7C8-4949144665FE}"/>
              </a:ext>
            </a:extLst>
          </p:cNvPr>
          <p:cNvSpPr txBox="1">
            <a:spLocks/>
          </p:cNvSpPr>
          <p:nvPr/>
        </p:nvSpPr>
        <p:spPr>
          <a:xfrm>
            <a:off x="2209650" y="317545"/>
            <a:ext cx="7772700" cy="4890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Arial Nova Cond" panose="020B0506020202020204" pitchFamily="34" charset="0"/>
              </a:rPr>
              <a:t> 2021-22 season</a:t>
            </a:r>
          </a:p>
        </p:txBody>
      </p:sp>
    </p:spTree>
    <p:extLst>
      <p:ext uri="{BB962C8B-B14F-4D97-AF65-F5344CB8AC3E}">
        <p14:creationId xmlns:p14="http://schemas.microsoft.com/office/powerpoint/2010/main" val="3763988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1817-EAF1-5819-9204-5B4E7806D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person in a basketball jersey&#10;&#10;Description automatically generated">
            <a:extLst>
              <a:ext uri="{FF2B5EF4-FFF2-40B4-BE49-F238E27FC236}">
                <a16:creationId xmlns:a16="http://schemas.microsoft.com/office/drawing/2014/main" id="{CCA8EE04-FCD3-2C6D-3A72-13EB93C28D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41247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93F12E-7F92-B451-F1A0-2C2315EA0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52" y="54665"/>
            <a:ext cx="10321496" cy="674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239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035E2E-046A-D38A-15C9-BA17D19FB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353" y="146466"/>
            <a:ext cx="4371294" cy="656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93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9093704-E47D-CCBD-9A60-6D2C2BEE2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58" y="186082"/>
            <a:ext cx="10717283" cy="648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494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9A39A-306C-3747-8CB2-8FBD0C671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08AC91-C91A-7233-2AFA-F00E20E78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45" y="335012"/>
            <a:ext cx="10958510" cy="618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20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10B33-B3BB-7580-B84D-CAC2D1275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7C32985-5AD6-9EF4-0F2F-8AF09BB68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330" y="191919"/>
            <a:ext cx="4423339" cy="647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22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568C2-BC53-8705-F7B3-17408B061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Arial Nova Cond" panose="020B0506020202020204" pitchFamily="34" charset="0"/>
              </a:rPr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E19F6-859D-DAC1-C8B4-F740D8749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Arial Nova Cond" panose="020B0506020202020204" pitchFamily="34" charset="0"/>
              </a:rPr>
              <a:t>To be picked for the All NBA Teams a player has to:</a:t>
            </a:r>
          </a:p>
          <a:p>
            <a:pPr marL="0" indent="0">
              <a:buNone/>
            </a:pPr>
            <a:endParaRPr lang="en-US" sz="2800" dirty="0">
              <a:latin typeface="Arial Nova Cond" panose="020B0506020202020204" pitchFamily="34" charset="0"/>
            </a:endParaRPr>
          </a:p>
          <a:p>
            <a:pPr lvl="1"/>
            <a:r>
              <a:rPr lang="en-US" sz="2400" dirty="0">
                <a:latin typeface="Arial Nova Cond" panose="020B0506020202020204" pitchFamily="34" charset="0"/>
              </a:rPr>
              <a:t>Play more than 65 games</a:t>
            </a:r>
          </a:p>
          <a:p>
            <a:pPr lvl="1"/>
            <a:r>
              <a:rPr lang="en-US" sz="2400" dirty="0">
                <a:latin typeface="Arial Nova Cond" panose="020B0506020202020204" pitchFamily="34" charset="0"/>
              </a:rPr>
              <a:t>Overscore the rival team when he’s playing</a:t>
            </a:r>
          </a:p>
          <a:p>
            <a:pPr lvl="1"/>
            <a:r>
              <a:rPr lang="en-US" sz="2400" dirty="0">
                <a:latin typeface="Arial Nova Cond" panose="020B0506020202020204" pitchFamily="34" charset="0"/>
              </a:rPr>
              <a:t>Participate a lot during the game</a:t>
            </a:r>
          </a:p>
          <a:p>
            <a:pPr lvl="1"/>
            <a:r>
              <a:rPr lang="en-US" sz="2400" dirty="0">
                <a:latin typeface="Arial Nova Cond" panose="020B0506020202020204" pitchFamily="34" charset="0"/>
              </a:rPr>
              <a:t>Be super efficient</a:t>
            </a:r>
          </a:p>
        </p:txBody>
      </p:sp>
    </p:spTree>
    <p:extLst>
      <p:ext uri="{BB962C8B-B14F-4D97-AF65-F5344CB8AC3E}">
        <p14:creationId xmlns:p14="http://schemas.microsoft.com/office/powerpoint/2010/main" val="652098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044B9-6AE3-AF5F-777D-445710282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765839"/>
            <a:ext cx="10353761" cy="1326321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 Nova Cond" panose="020B0506020202020204" pitchFamily="34" charset="0"/>
              </a:rPr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5027812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199</TotalTime>
  <Words>103</Words>
  <Application>Microsoft Office PowerPoint</Application>
  <PresentationFormat>Widescreen</PresentationFormat>
  <Paragraphs>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Nova Cond</vt:lpstr>
      <vt:lpstr>Bookman Old Style</vt:lpstr>
      <vt:lpstr>Rockwell</vt:lpstr>
      <vt:lpstr>Damask</vt:lpstr>
      <vt:lpstr>All NBA Teams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Conclusions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NBA Teams Project</dc:title>
  <dc:creator>Pablo Iglesias Quián</dc:creator>
  <cp:lastModifiedBy>Pablo Iglesias Quián</cp:lastModifiedBy>
  <cp:revision>1</cp:revision>
  <dcterms:created xsi:type="dcterms:W3CDTF">2024-02-16T09:36:33Z</dcterms:created>
  <dcterms:modified xsi:type="dcterms:W3CDTF">2024-02-16T12:56:08Z</dcterms:modified>
</cp:coreProperties>
</file>